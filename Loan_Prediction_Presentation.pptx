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7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4" r:id="rId10"/>
    <p:sldId id="263" r:id="rId11"/>
    <p:sldId id="265" r:id="rId12"/>
    <p:sldId id="270" r:id="rId13"/>
    <p:sldId id="271" r:id="rId14"/>
    <p:sldId id="266" r:id="rId15"/>
    <p:sldId id="267" r:id="rId16"/>
    <p:sldId id="268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6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374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3962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572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8093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7277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966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7092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254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967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7531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9818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883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91370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2674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4774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700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674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LOAN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/>
              <a:t>PRESENTED  BY--</a:t>
            </a:r>
            <a:endParaRPr lang="en-IN" dirty="0"/>
          </a:p>
          <a:p>
            <a:r>
              <a:rPr lang="en-IN" dirty="0"/>
              <a:t>ANUSHKA KUMARI </a:t>
            </a:r>
          </a:p>
          <a:p>
            <a:r>
              <a:rPr lang="en-IN" dirty="0"/>
              <a:t>SONAM SAHU</a:t>
            </a:r>
          </a:p>
          <a:p>
            <a:r>
              <a:rPr lang="en-IN" dirty="0"/>
              <a:t>TAMANNA MUKHI 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559305" y="2554224"/>
            <a:ext cx="10441771" cy="4023360"/>
          </a:xfrm>
        </p:spPr>
        <p:txBody>
          <a:bodyPr>
            <a:normAutofit/>
          </a:bodyPr>
          <a:lstStyle/>
          <a:p>
            <a:pPr lvl="8"/>
            <a:r>
              <a:rPr lang="en-US" sz="2000" dirty="0"/>
              <a:t>This project predicts whether a loan</a:t>
            </a:r>
            <a:r>
              <a:rPr lang="en-IN" sz="2000" dirty="0"/>
              <a:t> </a:t>
            </a:r>
            <a:r>
              <a:rPr lang="en-US" sz="2000" dirty="0"/>
              <a:t>applicant is risky or safe using machine learning techniques in SPSS Modeler.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490136"/>
            <a:ext cx="6163735" cy="3080932"/>
          </a:xfrm>
        </p:spPr>
        <p:txBody>
          <a:bodyPr/>
          <a:lstStyle/>
          <a:p>
            <a:r>
              <a:rPr lang="en-US" dirty="0"/>
              <a:t>To predict loan risk </a:t>
            </a:r>
          </a:p>
          <a:p>
            <a:r>
              <a:rPr lang="en-US" dirty="0"/>
              <a:t>Classify applicants into: </a:t>
            </a:r>
          </a:p>
          <a:p>
            <a:pPr lvl="1"/>
            <a:r>
              <a:rPr lang="en-US" dirty="0"/>
              <a:t>Risky (1) </a:t>
            </a:r>
          </a:p>
          <a:p>
            <a:pPr lvl="1"/>
            <a:r>
              <a:rPr lang="en-US" dirty="0"/>
              <a:t>Non-Risky (0) </a:t>
            </a:r>
          </a:p>
          <a:p>
            <a:r>
              <a:rPr lang="en-US" dirty="0"/>
              <a:t>Improve decision-making process 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973" y="548640"/>
            <a:ext cx="7290054" cy="1499616"/>
          </a:xfrm>
        </p:spPr>
        <p:txBody>
          <a:bodyPr/>
          <a:lstStyle/>
          <a:p>
            <a:r>
              <a:rPr dirty="0"/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5865" y="2562313"/>
            <a:ext cx="6798736" cy="3444997"/>
          </a:xfrm>
        </p:spPr>
        <p:txBody>
          <a:bodyPr/>
          <a:lstStyle/>
          <a:p>
            <a:r>
              <a:rPr lang="en-IN" dirty="0"/>
              <a:t>Dataset contains 252000 records</a:t>
            </a:r>
          </a:p>
          <a:p>
            <a:r>
              <a:rPr lang="en-IN" dirty="0"/>
              <a:t>Includes Age, Income, Experience, Profession, etc.</a:t>
            </a:r>
          </a:p>
          <a:p>
            <a:r>
              <a:rPr lang="en-IN" dirty="0"/>
              <a:t>Target variable:  </a:t>
            </a:r>
            <a:r>
              <a:rPr lang="en-IN" dirty="0" err="1"/>
              <a:t>Risk_Flag</a:t>
            </a:r>
            <a:endParaRPr lang="en-IN" dirty="0"/>
          </a:p>
          <a:p>
            <a:pPr marL="3657600" lvl="8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8333" y="922868"/>
            <a:ext cx="6798734" cy="982133"/>
          </a:xfrm>
        </p:spPr>
        <p:txBody>
          <a:bodyPr/>
          <a:lstStyle/>
          <a:p>
            <a:r>
              <a:rPr dirty="0"/>
              <a:t>Data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Performed using Data Audit Node</a:t>
            </a:r>
          </a:p>
          <a:p>
            <a:r>
              <a:rPr dirty="0"/>
              <a:t>No missing values</a:t>
            </a:r>
          </a:p>
          <a:p>
            <a:r>
              <a:rPr dirty="0"/>
              <a:t>Both categorical and continuous data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0A91D-4CC6-DCC2-E96A-527FDA0E0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AUDIT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B79179-3EED-2553-E284-9BAEF826BF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9133" y="685800"/>
            <a:ext cx="7213599" cy="537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799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Income</a:t>
            </a:r>
          </a:p>
          <a:p>
            <a:r>
              <a:t>Age</a:t>
            </a:r>
          </a:p>
          <a:p>
            <a:r>
              <a:t>Experience</a:t>
            </a:r>
          </a:p>
          <a:p>
            <a:r>
              <a:t>House Ownership</a:t>
            </a:r>
          </a:p>
          <a:p>
            <a:r>
              <a:t>Profession</a:t>
            </a:r>
          </a:p>
          <a:p>
            <a:r>
              <a:t>City &amp; State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roles using Type Node </a:t>
            </a:r>
          </a:p>
          <a:p>
            <a:r>
              <a:rPr lang="en-US" dirty="0"/>
              <a:t>Removed unnecessary fields (Id) </a:t>
            </a:r>
          </a:p>
          <a:p>
            <a:r>
              <a:rPr lang="en-US" dirty="0"/>
              <a:t>Handled categorical data </a:t>
            </a:r>
          </a:p>
          <a:p>
            <a:r>
              <a:rPr lang="en-US" dirty="0"/>
              <a:t>Checked distributions.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Partition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Training: 70%</a:t>
            </a:r>
          </a:p>
          <a:p>
            <a:r>
              <a:rPr dirty="0"/>
              <a:t>Testing: 30%</a:t>
            </a:r>
          </a:p>
          <a:p>
            <a:r>
              <a:rPr dirty="0"/>
              <a:t>Helps avoid overfitting</a:t>
            </a:r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Decision Tree (C5.0)</a:t>
            </a:r>
          </a:p>
          <a:p>
            <a:r>
              <a:t>Logistic Regression</a:t>
            </a:r>
          </a:p>
          <a:p>
            <a:r>
              <a:t>Neural Network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Evaluation Node</a:t>
            </a:r>
          </a:p>
          <a:p>
            <a:r>
              <a:t>Compared accuracy</a:t>
            </a:r>
          </a:p>
          <a:p>
            <a:r>
              <a:t>Used ROC Curve and Confusion Matrix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84D91-085F-89C3-03C2-50F338D91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B0DD12A-9D92-5294-69D8-3AEC9D7A8E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8058" y="651934"/>
            <a:ext cx="7607884" cy="5444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71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DF461-9EE5-349B-85F5-136E1F714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5667" y="1396999"/>
            <a:ext cx="4334933" cy="1303867"/>
          </a:xfrm>
        </p:spPr>
        <p:txBody>
          <a:bodyPr/>
          <a:lstStyle/>
          <a:p>
            <a:r>
              <a:rPr lang="en-US" b="1" dirty="0"/>
              <a:t>Results of Analysis 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C2554B-6FDF-E590-7D5B-05E0D8C3E2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2631"/>
          <a:stretch>
            <a:fillRect/>
          </a:stretch>
        </p:blipFill>
        <p:spPr>
          <a:xfrm>
            <a:off x="769290" y="717083"/>
            <a:ext cx="3506377" cy="25595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FC9F9C-9EF1-1939-0A85-212857E869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938"/>
          <a:stretch>
            <a:fillRect/>
          </a:stretch>
        </p:blipFill>
        <p:spPr>
          <a:xfrm>
            <a:off x="769290" y="3428999"/>
            <a:ext cx="3506377" cy="26127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6D38F3-209C-3D19-9846-13AD52A203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8872"/>
          <a:stretch>
            <a:fillRect/>
          </a:stretch>
        </p:blipFill>
        <p:spPr>
          <a:xfrm>
            <a:off x="4648200" y="3474854"/>
            <a:ext cx="3428999" cy="25668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CAFE5C-7A81-4233-8011-96757C29337B}"/>
              </a:ext>
            </a:extLst>
          </p:cNvPr>
          <p:cNvSpPr txBox="1"/>
          <p:nvPr/>
        </p:nvSpPr>
        <p:spPr>
          <a:xfrm>
            <a:off x="2522478" y="1027667"/>
            <a:ext cx="1753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/>
              <a:t>C5.0 Modeling </a:t>
            </a:r>
            <a:endParaRPr lang="en-IN" b="1" i="1" u="sn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17E480-8ED1-B947-EC47-C80BB4E79453}"/>
              </a:ext>
            </a:extLst>
          </p:cNvPr>
          <p:cNvSpPr txBox="1"/>
          <p:nvPr/>
        </p:nvSpPr>
        <p:spPr>
          <a:xfrm>
            <a:off x="2252133" y="3787803"/>
            <a:ext cx="2142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/>
              <a:t>Logistic Regression</a:t>
            </a:r>
            <a:endParaRPr lang="en-IN" b="1" i="1" u="sn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EB18F0-641B-C1D5-708C-E5A31DF784DD}"/>
              </a:ext>
            </a:extLst>
          </p:cNvPr>
          <p:cNvSpPr txBox="1"/>
          <p:nvPr/>
        </p:nvSpPr>
        <p:spPr>
          <a:xfrm>
            <a:off x="6164857" y="3787803"/>
            <a:ext cx="1844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Neural Network </a:t>
            </a:r>
            <a:endParaRPr lang="en-IN" b="1" i="1" u="sng" dirty="0"/>
          </a:p>
        </p:txBody>
      </p:sp>
    </p:spTree>
    <p:extLst>
      <p:ext uri="{BB962C8B-B14F-4D97-AF65-F5344CB8AC3E}">
        <p14:creationId xmlns:p14="http://schemas.microsoft.com/office/powerpoint/2010/main" val="1366425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Decision Tree performed best</a:t>
            </a:r>
          </a:p>
          <a:p>
            <a:r>
              <a:t>Good accuracy achieved</a:t>
            </a:r>
          </a:p>
          <a:p>
            <a:r>
              <a:t>Model successfully predicts loan risk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SPSS Modeler helps build models easily</a:t>
            </a:r>
          </a:p>
          <a:p>
            <a:r>
              <a:t>Loan prediction improves decision making</a:t>
            </a:r>
          </a:p>
          <a:p>
            <a:r>
              <a:t>Useful in banking sector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423</TotalTime>
  <Words>201</Words>
  <Application>Microsoft Office PowerPoint</Application>
  <PresentationFormat>On-screen Show (4:3)</PresentationFormat>
  <Paragraphs>60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Garamond</vt:lpstr>
      <vt:lpstr>Organic</vt:lpstr>
      <vt:lpstr>LOAN PREDICTION</vt:lpstr>
      <vt:lpstr>Introduction</vt:lpstr>
      <vt:lpstr>Objective</vt:lpstr>
      <vt:lpstr>Dataset Description</vt:lpstr>
      <vt:lpstr>Data Audit</vt:lpstr>
      <vt:lpstr>DATA AUDIT</vt:lpstr>
      <vt:lpstr>Important Features</vt:lpstr>
      <vt:lpstr>Data Preprocessing</vt:lpstr>
      <vt:lpstr>Data Partition</vt:lpstr>
      <vt:lpstr>Modeling Techniques</vt:lpstr>
      <vt:lpstr>Model Evaluation</vt:lpstr>
      <vt:lpstr>PowerPoint Presentation</vt:lpstr>
      <vt:lpstr>Results of Analysis </vt:lpstr>
      <vt:lpstr>Results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Anushka Kumari</cp:lastModifiedBy>
  <cp:revision>3</cp:revision>
  <dcterms:created xsi:type="dcterms:W3CDTF">2013-01-27T09:14:16Z</dcterms:created>
  <dcterms:modified xsi:type="dcterms:W3CDTF">2026-06-04T17:36:50Z</dcterms:modified>
  <cp:category/>
</cp:coreProperties>
</file>